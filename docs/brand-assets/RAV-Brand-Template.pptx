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Roboto"/>
              </a:defRPr>
            </a:pPr>
            <a:r>
              <a:t>RENT-A-VACATION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Roboto"/>
              </a:defRPr>
            </a:pPr>
            <a:r>
              <a:t>Presentation Title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D8D2"/>
                </a:solidFill>
                <a:latin typeface="Roboto"/>
              </a:defRPr>
            </a:pPr>
            <a:r>
              <a:t>Subtitle or description goes here  |  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C5BC"/>
                </a:solidFill>
                <a:latin typeface="Roboto"/>
              </a:defRPr>
            </a:pPr>
            <a:r>
              <a:t>Name Your Price. Book Your Paradise.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2743200" cy="45720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Roboto"/>
              </a:defRPr>
            </a:pPr>
            <a:r>
              <a:t>rent-a-vacation.com  |  Name Your Price. Book Your Paradise.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Roboto"/>
              </a:defRPr>
            </a:pPr>
            <a:r>
              <a:t>RENT-A-VACATION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Roboto"/>
              </a:defRPr>
            </a:pPr>
            <a:r>
              <a:t>Section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E38"/>
                </a:solidFill>
                <a:latin typeface="Roboto"/>
              </a:defRPr>
            </a:pPr>
            <a:r>
              <a:t>Brief overview of what this section covers. Use this slide to introduce a new topic or group of related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5"/>
                </a:solidFill>
                <a:latin typeface="Roboto"/>
              </a:defRPr>
            </a:pPr>
            <a:r>
              <a:t>rent-a-vacation.com  |  Name Your Price. Book Your Paradise.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7268"/>
                </a:solidFill>
                <a:latin typeface="Roboto"/>
              </a:defRPr>
            </a:pPr>
            <a:r>
              <a:t>Content Slide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664208"/>
            <a:ext cx="137160" cy="137160"/>
          </a:xfrm>
          <a:prstGeom prst="ellipse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E38"/>
                </a:solidFill>
                <a:latin typeface="Roboto"/>
              </a:defRPr>
            </a:pPr>
            <a:r>
              <a:t>First key point — keep it concise and actionable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350008"/>
            <a:ext cx="137160" cy="137160"/>
          </a:xfrm>
          <a:prstGeom prst="ellipse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E38"/>
                </a:solidFill>
                <a:latin typeface="Roboto"/>
              </a:defRPr>
            </a:pPr>
            <a:r>
              <a:t>Second key point — one idea per bullet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35808"/>
            <a:ext cx="137160" cy="137160"/>
          </a:xfrm>
          <a:prstGeom prst="ellipse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E38"/>
                </a:solidFill>
                <a:latin typeface="Roboto"/>
              </a:defRPr>
            </a:pPr>
            <a:r>
              <a:t>Third key point — use data to support claims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21608"/>
            <a:ext cx="137160" cy="137160"/>
          </a:xfrm>
          <a:prstGeom prst="ellipse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E38"/>
                </a:solidFill>
                <a:latin typeface="Roboto"/>
              </a:defRPr>
            </a:pPr>
            <a:r>
              <a:t>Fourth key point — highlight with Coral for emphasis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407408"/>
            <a:ext cx="137160" cy="137160"/>
          </a:xfrm>
          <a:prstGeom prst="ellipse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97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E38"/>
                </a:solidFill>
                <a:latin typeface="Roboto"/>
              </a:defRPr>
            </a:pPr>
            <a:r>
              <a:t>Fifth key point — end with a clear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5"/>
                </a:solidFill>
                <a:latin typeface="Roboto"/>
              </a:defRPr>
            </a:pPr>
            <a:r>
              <a:t>rent-a-vacation.com  |  Name Your Price. Book Your Paradise.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7268"/>
                </a:solidFill>
                <a:latin typeface="Roboto"/>
              </a:defRPr>
            </a:pPr>
            <a:r>
              <a:t>Key Metrics &amp;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389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4389120" cy="54864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7268"/>
                </a:solidFill>
                <a:latin typeface="Roboto"/>
              </a:defRPr>
            </a:pPr>
            <a:r>
              <a:t>117+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5"/>
                </a:solidFill>
                <a:latin typeface="Roboto"/>
              </a:defRPr>
            </a:pPr>
            <a:r>
              <a:t>Resorts Worldwide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645920"/>
            <a:ext cx="4389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645920"/>
            <a:ext cx="4389120" cy="54864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920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7268"/>
                </a:solidFill>
                <a:latin typeface="Roboto"/>
              </a:defRPr>
            </a:pPr>
            <a:r>
              <a:t>351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5"/>
                </a:solidFill>
                <a:latin typeface="Roboto"/>
              </a:defRPr>
            </a:pPr>
            <a:r>
              <a:t>Unit Types 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4389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4389120" cy="54864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31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7268"/>
                </a:solidFill>
                <a:latin typeface="Roboto"/>
              </a:defRPr>
            </a:pPr>
            <a:r>
              <a:t>34%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5"/>
                </a:solidFill>
                <a:latin typeface="Roboto"/>
              </a:defRPr>
            </a:pPr>
            <a:r>
              <a:t>Voice Search Adoption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657600"/>
            <a:ext cx="43891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3657600"/>
            <a:ext cx="4389120" cy="54864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9319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1C7268"/>
                </a:solidFill>
                <a:latin typeface="Roboto"/>
              </a:defRPr>
            </a:pPr>
            <a:r>
              <a:t>99.97%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5"/>
                </a:solidFill>
                <a:latin typeface="Roboto"/>
              </a:defRPr>
            </a:pPr>
            <a:r>
              <a:t>Platform Uptime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5"/>
                </a:solidFill>
                <a:latin typeface="Roboto"/>
              </a:defRPr>
            </a:pPr>
            <a:r>
              <a:t>rent-a-vacation.com  |  Name Your Price. Book Your Paradise.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5029200" cy="5303520"/>
          </a:xfrm>
          <a:prstGeom prst="roundRect">
            <a:avLst/>
          </a:prstGeom>
          <a:solidFill>
            <a:srgbClr val="F0EBE3"/>
          </a:solidFill>
          <a:ln w="12700">
            <a:solidFill>
              <a:srgbClr val="D0CB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85"/>
                </a:solidFill>
                <a:latin typeface="Roboto"/>
              </a:defRPr>
            </a:pPr>
            <a:r>
              <a:t>[ Insert Image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C7268"/>
                </a:solidFill>
                <a:latin typeface="Roboto"/>
              </a:defRPr>
            </a:pPr>
            <a:r>
              <a:t>Feature Highlight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83080"/>
            <a:ext cx="1828800" cy="54864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D2E38"/>
                </a:solidFill>
                <a:latin typeface="Roboto"/>
              </a:defRPr>
            </a:pPr>
            <a:r>
              <a:t>Describe the feature or value proposition here. Keep it to 2-3 sentences that communicate the key benefit to your audience.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3200400" cy="640080"/>
          </a:xfrm>
          <a:prstGeom prst="round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Roboto"/>
              </a:defRPr>
            </a:pPr>
            <a:r>
              <a:t>Call to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5"/>
                </a:solidFill>
                <a:latin typeface="Roboto"/>
              </a:defRPr>
            </a:pPr>
            <a:r>
              <a:t>rent-a-vacation.com  |  Name Your Price. Book Your Paradise.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72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Roboto"/>
              </a:defRPr>
            </a:pPr>
            <a:r>
              <a:t>RENT-A-VACATION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Roboto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D8D2"/>
                </a:solidFill>
                <a:latin typeface="Roboto"/>
              </a:defRPr>
            </a:pPr>
            <a:r>
              <a:t>rent-a-vacation.com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C5BC"/>
                </a:solidFill>
                <a:latin typeface="Roboto"/>
              </a:defRPr>
            </a:pPr>
            <a:r>
              <a:t>support@rent-a-vacation.com  |  1-800-RAV-BOOK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120640"/>
            <a:ext cx="2743200" cy="45720"/>
          </a:xfrm>
          <a:prstGeom prst="rect">
            <a:avLst/>
          </a:prstGeom>
          <a:solidFill>
            <a:srgbClr val="E87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C5BC"/>
                </a:solidFill>
                <a:latin typeface="Roboto"/>
              </a:defRPr>
            </a:pPr>
            <a:r>
              <a:t>Name Your Price. Book Your Paradise.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Roboto"/>
              </a:defRPr>
            </a:pPr>
            <a:r>
              <a:t>rent-a-vacation.com  |  Name Your Price. Book Your Paradise.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